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LoRA test loss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r=4</c:v>
                  </c:pt>
                  <c:pt idx="1">
                    <c:v>r=16</c:v>
                  </c:pt>
                  <c:pt idx="2">
                    <c:v>r=64</c:v>
                  </c:pt>
                  <c:pt idx="3">
                    <c:v>r=128</c:v>
                  </c:pt>
                  <c:pt idx="4">
                    <c:v>r=256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1.34</c:v>
                </c:pt>
                <c:pt idx="1">
                  <c:v>0.24</c:v>
                </c:pt>
                <c:pt idx="2">
                  <c:v>0.107</c:v>
                </c:pt>
                <c:pt idx="3">
                  <c:v>0.08</c:v>
                </c:pt>
                <c:pt idx="4">
                  <c:v>0.06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fine-tune baseline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r=4</c:v>
                  </c:pt>
                  <c:pt idx="1">
                    <c:v>r=16</c:v>
                  </c:pt>
                  <c:pt idx="2">
                    <c:v>r=64</c:v>
                  </c:pt>
                  <c:pt idx="3">
                    <c:v>r=128</c:v>
                  </c:pt>
                  <c:pt idx="4">
                    <c:v>r=256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0.0176</c:v>
                </c:pt>
                <c:pt idx="1">
                  <c:v>0.0176</c:v>
                </c:pt>
                <c:pt idx="2">
                  <c:v>0.0176</c:v>
                </c:pt>
                <c:pt idx="3">
                  <c:v>0.0176</c:v>
                </c:pt>
                <c:pt idx="4">
                  <c:v>0.0176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LoRA rank 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Test loss (lower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E7E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1005840" cy="7315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48640"/>
            <a:ext cx="-548640" cy="11887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80160"/>
            <a:ext cx="-1554480" cy="45720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280160"/>
            <a:ext cx="-365760" cy="109728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737360"/>
            <a:ext cx="-365760" cy="10058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377440"/>
            <a:ext cx="822960" cy="5486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-1554480" cy="36576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75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1088" y="12070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48288" y="2852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48" y="26700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3931920"/>
            <a:ext cx="0" cy="-14630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468880"/>
            <a:ext cx="1417320" cy="91440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931920"/>
            <a:ext cx="1417320" cy="-5486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3383280"/>
            <a:ext cx="-182880" cy="155448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3931920"/>
            <a:ext cx="1234440" cy="10058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4937760"/>
            <a:ext cx="-1417320" cy="54864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931920"/>
            <a:ext cx="-182880" cy="155448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5486400"/>
            <a:ext cx="-1234440" cy="-91440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931920"/>
            <a:ext cx="-1417320" cy="64008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4572000"/>
            <a:ext cx="0" cy="-146304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931920"/>
            <a:ext cx="-1417320" cy="-82296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3108960"/>
            <a:ext cx="1417320" cy="-64008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61488" y="23042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78808" y="32186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95928" y="47731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53218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44168" y="44074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44168" y="29443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3675888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1097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  ·  MAY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15544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Parameter-Efficient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 of TokenGT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LoRA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585216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tiny low-rank adapter teach a graph transformer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lessons full fine-tuning does?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852160" y="521208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Revak Sai  ·  Maloth Vishal Nayak  ·  N Harsha Vardhan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5715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22b1038  ·  22b1015  ·  22b0977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are everywhere — but they don't fit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neatly into standard deep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follows, retweets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33009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bonded into structures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" y="40782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tied by relations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" y="48554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items, again as a 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0" dist="508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19456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GNN bottleneck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graph models pass messages between neighbours. That's local — and it shows.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info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distant nodes needs many layers.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Over-smoothing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layers makes node vectors collapse together.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scales poorly on large graphs.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WE BUILT 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TokenGT: treat the whole graph as a sequence of tokens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Transformer doesn't 'know' about edges.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fixes that without inventing a new architecture: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724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nodes and edges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and each edge becomes its own token.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structural embeddings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776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eigenvectors carry the graph's geometry.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type identifiers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553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knows 'this token is a node, that one is an edge'.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it through a Transformer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330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self-attention — every token sees every other.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828800"/>
            <a:ext cx="4663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graph to sequence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2788920"/>
            <a:ext cx="914400" cy="-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2606040"/>
            <a:ext cx="27432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3520440"/>
            <a:ext cx="-91440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88920"/>
            <a:ext cx="27432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788920"/>
            <a:ext cx="118872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2642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0496" y="24597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14816" y="33741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4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00416" y="36027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0416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44000" y="3154680"/>
            <a:ext cx="548640" cy="0"/>
          </a:xfrm>
          <a:prstGeom prst="line">
            <a:avLst/>
          </a:prstGeom>
          <a:noFill/>
          <a:ln w="25400">
            <a:solidFill>
              <a:srgbClr val="0F1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713232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8388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3544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8700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3232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8388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23544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28700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8700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e₄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132320" y="5486400"/>
            <a:ext cx="4114800" cy="50292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5486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(self-attention)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fine-tuning works. But do we really need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move every weight?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TokenGT be adapted using a parameter-efficient method like LoRA — and how much does the rank really matter?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5029200"/>
            <a:ext cx="4572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freezes the model and learns a tiny low-rank patch instead.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updates, smaller memory bill, smaller storage.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LoRA changes the math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linear layer's update with a low-rank patch: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 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 x </a:t>
            </a:r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 A 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1463040" cy="1463040"/>
          </a:xfrm>
          <a:prstGeom prst="rect">
            <a:avLst/>
          </a:prstGeom>
          <a:solidFill>
            <a:srgbClr val="C7CD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023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183880" y="4023360"/>
            <a:ext cx="411480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02336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4572000"/>
            <a:ext cx="146304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only B and A are trained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 in the TokenGT codebase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lora_utils.py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LoRALinear wrapper around nn.Linear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apply_lora_to_model(...)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freeze_non_lora_params(...)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Param-counting utilities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783080"/>
            <a:ext cx="91440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0872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 + entry.py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 args: rank, alpha, dropout, target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updates only trainable params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loading aware of LoRA layers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path, same loss, same eval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1783080"/>
            <a:ext cx="91440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ONE PER RANK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67344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scripts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sparse-lap-type-lora-r4.sh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...-r16.sh, -r64.sh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...-r128.sh, -r256.sh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baseline (full fine-tune)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114300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injection target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6509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attn.fc1   ·   attn.fc_v   ·   attn.fc_out</a:t>
            </a:r>
            <a:pPr indent="0" marL="0">
              <a:buNone/>
            </a:pPr>
            <a:r>
              <a:rPr lang="en-US" sz="13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across layers 0, 1, 2  —  attention-only adaptation; FFN layers stay frozen.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TokenGT, the same data, the same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— only the adapter rank moves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943600" cy="4297680"/>
        </p:xfrm>
        <a:graphic>
          <a:graphicData uri="http://schemas.openxmlformats.org/drawingml/2006/table">
            <a:tbl>
              <a:tblPr/>
              <a:tblGrid>
                <a:gridCol w="2468880"/>
                <a:gridCol w="3474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Barabási–Albert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 representation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eigenvectors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 dim · V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·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 (warmup 1000)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LR · End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· 1e-9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828800"/>
            <a:ext cx="45720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0" y="1828800"/>
            <a:ext cx="91440" cy="42976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KNOB WE TURN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rank 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1520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73252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14984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425196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251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732520" y="4251960"/>
            <a:ext cx="1097280" cy="9144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251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0" y="5440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= one experiment.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2r in every run.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full fine-tune.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0" dist="508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0.0176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70916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trainable.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we're trying to reach.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429768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LoRA RUN  (RANK 256)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709160"/>
            <a:ext cx="4572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Attention-only LoRA.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but not the baseline — about 3.4× higher loss.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THE 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falls smoothly as rank rises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78308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78308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366760" y="2624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loss r=4 → r=16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329184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3291840"/>
            <a:ext cx="91440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95.5%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366760" y="4133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loss r=4 → r=256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2440" y="480060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4800600"/>
            <a:ext cx="9144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937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366760" y="5641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remains vs baseline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higher rank consistently win?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is the adapter's vocabulary.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LoRA update is constrained to live in an r-dimensional subspace of the full weight matrix.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 = 4, that subspace is too narrow to express what the task needs — the loss stays around 1.34, barely better than untrained.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 grows, the adapter can express richer corrections, and the loss drops in a clean monotonic curve.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plateau yet at r = 256 — meaning more rank could still help. The task wants a fairly expressive update.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45720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 capacity, by rank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697480"/>
            <a:ext cx="182880" cy="365760"/>
          </a:xfrm>
          <a:prstGeom prst="rect">
            <a:avLst/>
          </a:prstGeom>
          <a:solidFill>
            <a:srgbClr val="0D9488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1.34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3383280"/>
            <a:ext cx="457200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r=64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4069080"/>
            <a:ext cx="914400" cy="365760"/>
          </a:xfrm>
          <a:prstGeom prst="rect">
            <a:avLst/>
          </a:prstGeom>
          <a:solidFill>
            <a:srgbClr val="0D9488">
              <a:alpha val="5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0.107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r=128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4754880"/>
            <a:ext cx="1554480" cy="365760"/>
          </a:xfrm>
          <a:prstGeom prst="rect">
            <a:avLst/>
          </a:prstGeom>
          <a:solidFill>
            <a:srgbClr val="0D9488">
              <a:alpha val="6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r=256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5440680"/>
            <a:ext cx="2194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why didn't LoRA beat the baseline?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reasons, in order of how much we think they matter: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624328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514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adapted attention only — FFN was frozen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8986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blocks carry a large share of a Transformer's task-specific capacity. Leaving them untouched caps how far LoRA can go on this task.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95020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8404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genuinely strong (loss = 0.0176)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full fine-tuning already squeezes the loss this low, parameter-efficient methods have very little headroom to compete on raw performance.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7608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51663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tune around LoRA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55504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LR, same dropout (0.05), same 3000 updates. LoRA usually likes a higher LR and more steps at high rank — we kept things uniform for a clean rank sweep.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experiments don't tell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hyperparameter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swept rank thoroughly. Learning rate, dropout, and training length stayed fixed.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Attention-only LoRA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layers were never adapted, which leaves a lot of capacity on the table.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Barabási–Albert graphs. Real-world molecules or social networks may behave differently.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20040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Compute-bounded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Disk, GPU, and time limits prevented a full grid search across all hyperparameters.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61772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script drift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differences in batch size and checkpoint names between scripts; main training setup stayed consistent.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break the trend, but they bound how strong our claims can be.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experiments we'd run with more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attention + FFN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attention-only restriction.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to close the baseline gap.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(or zero) LoRA dropout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may be over-regularising a small synthetic task.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fitting, cleaner curves.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67344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67344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peak learning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3e-4, 5e-4, 1e-3 — LoRA usually likes more.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67344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r=4/16 results in particular.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at high rank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5k–10k updates for r=128, r=256.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565099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15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High-rank models may not have converged.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16552" y="40233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4251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90872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TokenGT, more ranks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90872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n_layers = 3, 4, 6 and rank 512+.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90872" y="565099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5715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LoRA scales with depth.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1005840" cy="7315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48640"/>
            <a:ext cx="-548640" cy="11887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80160"/>
            <a:ext cx="-1554480" cy="45720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280160"/>
            <a:ext cx="-365760" cy="109728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737360"/>
            <a:ext cx="-365760" cy="10058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377440"/>
            <a:ext cx="822960" cy="5486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-1554480" cy="36576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75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1088" y="12070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48288" y="2852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48" y="26700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822960"/>
            <a:ext cx="2286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gives you a knob.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up for performance, down for parameter-efficiency.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setup, it doesn't replace full fine-tuning — but it tracks it remarkably well.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Monotonic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↑  ⇒  loss ↓ (every step of the sweep)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7091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LoRA loss at r = 256, attention only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knob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3667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gives a clean efficiency / quality dial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reading.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Revak Sai · Maloth Vishal Nayak · N Harsha Vardhan   | 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Parameter-Efficient Adaptation of TokenGT using LoRA</dc:title>
  <dc:subject>PptxGenJS Presentation</dc:subject>
  <dc:creator>Revak Sai, Maloth Vishal Nayak, N Harsha Vardhan</dc:creator>
  <cp:lastModifiedBy>Revak Sai, Maloth Vishal Nayak, N Harsha Vardhan</cp:lastModifiedBy>
  <cp:revision>1</cp:revision>
  <dcterms:created xsi:type="dcterms:W3CDTF">2026-05-10T03:11:29Z</dcterms:created>
  <dcterms:modified xsi:type="dcterms:W3CDTF">2026-05-10T03:11:29Z</dcterms:modified>
</cp:coreProperties>
</file>